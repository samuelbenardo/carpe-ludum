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Nuni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regular.fntdata"/><Relationship Id="rId14" Type="http://schemas.openxmlformats.org/officeDocument/2006/relationships/slide" Target="slides/slide9.xml"/><Relationship Id="rId17" Type="http://schemas.openxmlformats.org/officeDocument/2006/relationships/font" Target="fonts/Nunito-italic.fntdata"/><Relationship Id="rId16" Type="http://schemas.openxmlformats.org/officeDocument/2006/relationships/font" Target="fonts/Nuni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b7b38e52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b7b38e52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7b38e52f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7b38e52f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b7b38e52f7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b7b38e52f7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7b38e52f7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b7b38e52f7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b7b38e52f7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b7b38e52f7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7b38e52f7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b7b38e52f7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7b38e52f7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b7b38e52f7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b7b38e52f7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b7b38e52f7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slow">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Carpe Ludum</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Samuel Benardo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Core Concept</a:t>
            </a:r>
            <a:endParaRPr/>
          </a:p>
        </p:txBody>
      </p:sp>
      <p:sp>
        <p:nvSpPr>
          <p:cNvPr id="135" name="Google Shape;135;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Super Smash Bros like game where the map is generated off of an image</a:t>
            </a:r>
            <a:endParaRPr/>
          </a:p>
          <a:p>
            <a:pPr indent="-311150" lvl="0" marL="457200" rtl="0" algn="l">
              <a:spcBef>
                <a:spcPts val="0"/>
              </a:spcBef>
              <a:spcAft>
                <a:spcPts val="0"/>
              </a:spcAft>
              <a:buSzPts val="1300"/>
              <a:buChar char="●"/>
            </a:pPr>
            <a:r>
              <a:rPr lang="en"/>
              <a:t>Characters, items, and the battlefield are up to the players imagination</a:t>
            </a:r>
            <a:endParaRPr/>
          </a:p>
          <a:p>
            <a:pPr indent="-311150" lvl="0" marL="457200" rtl="0" algn="l">
              <a:spcBef>
                <a:spcPts val="0"/>
              </a:spcBef>
              <a:spcAft>
                <a:spcPts val="0"/>
              </a:spcAft>
              <a:buSzPts val="1300"/>
              <a:buChar char="●"/>
            </a:pPr>
            <a:r>
              <a:rPr lang="en"/>
              <a:t>T</a:t>
            </a:r>
            <a:r>
              <a:rPr lang="en"/>
              <a:t>he crux of this idea, and the main appeal of the game, is that its scope and enjoyability is limited only by the imaginations of the users.</a:t>
            </a:r>
            <a:endParaRPr/>
          </a:p>
        </p:txBody>
      </p:sp>
      <p:pic>
        <p:nvPicPr>
          <p:cNvPr descr="Super Smash Bros. Ultimate Review - Gamereactor" id="136" name="Google Shape;136;p14"/>
          <p:cNvPicPr preferRelativeResize="0"/>
          <p:nvPr/>
        </p:nvPicPr>
        <p:blipFill>
          <a:blip r:embed="rId3">
            <a:alphaModFix/>
          </a:blip>
          <a:stretch>
            <a:fillRect/>
          </a:stretch>
        </p:blipFill>
        <p:spPr>
          <a:xfrm>
            <a:off x="6003350" y="518750"/>
            <a:ext cx="2275824" cy="1281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Character and Map Generation</a:t>
            </a:r>
            <a:endParaRPr/>
          </a:p>
        </p:txBody>
      </p:sp>
      <p:sp>
        <p:nvSpPr>
          <p:cNvPr id="142" name="Google Shape;142;p1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Certain items on screen are marked as playable characters, whose moveset, movement, and stats are either AI generated or player generated (stat sum limits are placed on player made stats)</a:t>
            </a:r>
            <a:endParaRPr/>
          </a:p>
          <a:p>
            <a:pPr indent="-311150" lvl="0" marL="457200" rtl="0" algn="l">
              <a:spcBef>
                <a:spcPts val="0"/>
              </a:spcBef>
              <a:spcAft>
                <a:spcPts val="0"/>
              </a:spcAft>
              <a:buSzPts val="1300"/>
              <a:buChar char="●"/>
            </a:pPr>
            <a:r>
              <a:rPr lang="en"/>
              <a:t>Giving certain objects in the screenshot physics lets the map change in real time</a:t>
            </a:r>
            <a:endParaRPr/>
          </a:p>
          <a:p>
            <a:pPr indent="-311150" lvl="0" marL="457200" rtl="0" algn="l">
              <a:spcBef>
                <a:spcPts val="0"/>
              </a:spcBef>
              <a:spcAft>
                <a:spcPts val="0"/>
              </a:spcAft>
              <a:buSzPts val="1300"/>
              <a:buChar char="●"/>
            </a:pPr>
            <a:r>
              <a:rPr lang="en"/>
              <a:t>map and character variations and possibilities are infinite</a:t>
            </a:r>
            <a:endParaRPr/>
          </a:p>
          <a:p>
            <a:pPr indent="-311150" lvl="0" marL="457200" rtl="0" algn="l">
              <a:spcBef>
                <a:spcPts val="0"/>
              </a:spcBef>
              <a:spcAft>
                <a:spcPts val="0"/>
              </a:spcAft>
              <a:buSzPts val="1300"/>
              <a:buChar char="●"/>
            </a:pPr>
            <a:r>
              <a:rPr lang="en"/>
              <a:t>can be shared simply by sharing screenshots</a:t>
            </a:r>
            <a:endParaRPr/>
          </a:p>
          <a:p>
            <a:pPr indent="-311150" lvl="0" marL="457200" rtl="0" algn="l">
              <a:spcBef>
                <a:spcPts val="0"/>
              </a:spcBef>
              <a:spcAft>
                <a:spcPts val="0"/>
              </a:spcAft>
              <a:buSzPts val="1300"/>
              <a:buChar char="●"/>
            </a:pPr>
            <a:r>
              <a:rPr lang="en"/>
              <a:t>You can play in ANYTHING as ANYTHING</a:t>
            </a:r>
            <a:endParaRPr/>
          </a:p>
          <a:p>
            <a:pPr indent="-311150" lvl="0" marL="457200" rtl="0" algn="l">
              <a:spcBef>
                <a:spcPts val="0"/>
              </a:spcBef>
              <a:spcAft>
                <a:spcPts val="0"/>
              </a:spcAft>
              <a:buSzPts val="1300"/>
              <a:buChar char="●"/>
            </a:pPr>
            <a:r>
              <a:rPr lang="en"/>
              <a:t>maps and characters can be saved </a:t>
            </a:r>
            <a:endParaRPr/>
          </a:p>
          <a:p>
            <a:pPr indent="-311150" lvl="0" marL="457200" rtl="0" algn="l">
              <a:spcBef>
                <a:spcPts val="0"/>
              </a:spcBef>
              <a:spcAft>
                <a:spcPts val="0"/>
              </a:spcAft>
              <a:buSzPts val="1300"/>
              <a:buChar char="●"/>
            </a:pPr>
            <a:r>
              <a:rPr lang="en"/>
              <a:t>saved character can then be reused in a new map and game depending on what the players agree on for that game</a:t>
            </a:r>
            <a:endParaRPr/>
          </a:p>
        </p:txBody>
      </p:sp>
      <p:pic>
        <p:nvPicPr>
          <p:cNvPr descr="Procedural Map Generation - Cogmind ..." id="143" name="Google Shape;143;p15"/>
          <p:cNvPicPr preferRelativeResize="0"/>
          <p:nvPr/>
        </p:nvPicPr>
        <p:blipFill>
          <a:blip r:embed="rId3">
            <a:alphaModFix/>
          </a:blip>
          <a:stretch>
            <a:fillRect/>
          </a:stretch>
        </p:blipFill>
        <p:spPr>
          <a:xfrm>
            <a:off x="6885600" y="464050"/>
            <a:ext cx="1513450" cy="1336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Controls and Settings</a:t>
            </a:r>
            <a:endParaRPr/>
          </a:p>
        </p:txBody>
      </p:sp>
      <p:sp>
        <p:nvSpPr>
          <p:cNvPr id="149" name="Google Shape;149;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 </a:t>
            </a:r>
            <a:r>
              <a:rPr lang="en"/>
              <a:t>W (jump) A (move left) S (character ability) D (move right) SPACEBAR (another ability) SHIFT (another ability)</a:t>
            </a:r>
            <a:endParaRPr/>
          </a:p>
          <a:p>
            <a:pPr indent="-311150" lvl="0" marL="457200" rtl="0" algn="l">
              <a:spcBef>
                <a:spcPts val="0"/>
              </a:spcBef>
              <a:spcAft>
                <a:spcPts val="0"/>
              </a:spcAft>
              <a:buSzPts val="1300"/>
              <a:buChar char="●"/>
            </a:pPr>
            <a:r>
              <a:rPr lang="en"/>
              <a:t>players can agree to share their chosen mechanics, and have the game inform them of the properties of the map, or to keep it all a mystery</a:t>
            </a:r>
            <a:endParaRPr/>
          </a:p>
          <a:p>
            <a:pPr indent="-311150" lvl="0" marL="457200" rtl="0" algn="l">
              <a:spcBef>
                <a:spcPts val="0"/>
              </a:spcBef>
              <a:spcAft>
                <a:spcPts val="0"/>
              </a:spcAft>
              <a:buSzPts val="1300"/>
              <a:buChar char="●"/>
            </a:pPr>
            <a:r>
              <a:rPr lang="en"/>
              <a:t>Players can choose all sorts of settings from player count to the way </a:t>
            </a:r>
            <a:r>
              <a:rPr lang="en"/>
              <a:t>the</a:t>
            </a:r>
            <a:r>
              <a:rPr lang="en"/>
              <a:t> game is set up</a:t>
            </a:r>
            <a:endParaRPr/>
          </a:p>
          <a:p>
            <a:pPr indent="0" lvl="0" marL="0" rtl="0" algn="l">
              <a:spcBef>
                <a:spcPts val="1200"/>
              </a:spcBef>
              <a:spcAft>
                <a:spcPts val="1200"/>
              </a:spcAft>
              <a:buNone/>
            </a:pPr>
            <a:r>
              <a:t/>
            </a:r>
            <a:endParaRPr/>
          </a:p>
        </p:txBody>
      </p:sp>
      <p:pic>
        <p:nvPicPr>
          <p:cNvPr descr="Settings - Free social media icons" id="150" name="Google Shape;150;p16"/>
          <p:cNvPicPr preferRelativeResize="0"/>
          <p:nvPr/>
        </p:nvPicPr>
        <p:blipFill>
          <a:blip r:embed="rId3">
            <a:alphaModFix/>
          </a:blip>
          <a:stretch>
            <a:fillRect/>
          </a:stretch>
        </p:blipFill>
        <p:spPr>
          <a:xfrm>
            <a:off x="6410825" y="376750"/>
            <a:ext cx="1509475" cy="1509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Secondary Goal</a:t>
            </a:r>
            <a:endParaRPr/>
          </a:p>
        </p:txBody>
      </p:sp>
      <p:sp>
        <p:nvSpPr>
          <p:cNvPr id="156" name="Google Shape;156;p1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playable in class considering phone ban</a:t>
            </a:r>
            <a:endParaRPr/>
          </a:p>
          <a:p>
            <a:pPr indent="-311150" lvl="0" marL="457200" rtl="0" algn="l">
              <a:spcBef>
                <a:spcPts val="0"/>
              </a:spcBef>
              <a:spcAft>
                <a:spcPts val="0"/>
              </a:spcAft>
              <a:buSzPts val="1300"/>
              <a:buChar char="●"/>
            </a:pPr>
            <a:r>
              <a:rPr lang="en"/>
              <a:t>Button that </a:t>
            </a:r>
            <a:r>
              <a:rPr lang="en"/>
              <a:t>immediately switches </a:t>
            </a:r>
            <a:r>
              <a:rPr lang="en"/>
              <a:t>the screen back to link of users choice</a:t>
            </a:r>
            <a:endParaRPr/>
          </a:p>
          <a:p>
            <a:pPr indent="-311150" lvl="0" marL="457200" rtl="0" algn="l">
              <a:spcBef>
                <a:spcPts val="0"/>
              </a:spcBef>
              <a:spcAft>
                <a:spcPts val="0"/>
              </a:spcAft>
              <a:buSzPts val="1300"/>
              <a:buChar char="●"/>
            </a:pPr>
            <a:r>
              <a:rPr lang="en"/>
              <a:t>auto-pauses the game (this can be disabled if the opponent abuses the feature in non-urgent situations)</a:t>
            </a:r>
            <a:endParaRPr/>
          </a:p>
        </p:txBody>
      </p:sp>
      <p:pic>
        <p:nvPicPr>
          <p:cNvPr descr="If you expect a lecture to be boring ..." id="157" name="Google Shape;157;p17"/>
          <p:cNvPicPr preferRelativeResize="0"/>
          <p:nvPr/>
        </p:nvPicPr>
        <p:blipFill>
          <a:blip r:embed="rId3">
            <a:alphaModFix/>
          </a:blip>
          <a:stretch>
            <a:fillRect/>
          </a:stretch>
        </p:blipFill>
        <p:spPr>
          <a:xfrm>
            <a:off x="5648400" y="348200"/>
            <a:ext cx="2619375" cy="1743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Potential Additional Features</a:t>
            </a:r>
            <a:endParaRPr/>
          </a:p>
        </p:txBody>
      </p:sp>
      <p:sp>
        <p:nvSpPr>
          <p:cNvPr id="163" name="Google Shape;163;p1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leaderboard, ranking, and tournament feature </a:t>
            </a:r>
            <a:endParaRPr/>
          </a:p>
          <a:p>
            <a:pPr indent="-311150" lvl="0" marL="457200" rtl="0" algn="l">
              <a:spcBef>
                <a:spcPts val="0"/>
              </a:spcBef>
              <a:spcAft>
                <a:spcPts val="0"/>
              </a:spcAft>
              <a:buSzPts val="1300"/>
              <a:buChar char="●"/>
            </a:pPr>
            <a:r>
              <a:rPr lang="en"/>
              <a:t>mobile version, replace the controls with a joystick and tappable buttons</a:t>
            </a:r>
            <a:endParaRPr/>
          </a:p>
          <a:p>
            <a:pPr indent="-311150" lvl="0" marL="457200" rtl="0" algn="l">
              <a:spcBef>
                <a:spcPts val="0"/>
              </a:spcBef>
              <a:spcAft>
                <a:spcPts val="0"/>
              </a:spcAft>
              <a:buSzPts val="1300"/>
              <a:buChar char="●"/>
            </a:pPr>
            <a:r>
              <a:rPr lang="en"/>
              <a:t>let players program their own characters and import into the game (with safeguards in place that ensure when the code is </a:t>
            </a:r>
            <a:r>
              <a:rPr lang="en"/>
              <a:t>dysfunctional</a:t>
            </a:r>
            <a:r>
              <a:rPr lang="en"/>
              <a:t>, the game does not break)</a:t>
            </a:r>
            <a:endParaRPr/>
          </a:p>
          <a:p>
            <a:pPr indent="-311150" lvl="0" marL="457200" rtl="0" algn="l">
              <a:spcBef>
                <a:spcPts val="0"/>
              </a:spcBef>
              <a:spcAft>
                <a:spcPts val="0"/>
              </a:spcAft>
              <a:buSzPts val="1300"/>
              <a:buChar char="●"/>
            </a:pPr>
            <a:r>
              <a:rPr lang="en"/>
              <a:t>bossfight, or infinite rounds mode, players work together to defeat generated enemies (also </a:t>
            </a:r>
            <a:r>
              <a:rPr lang="en"/>
              <a:t>generated</a:t>
            </a:r>
            <a:r>
              <a:rPr lang="en"/>
              <a:t> from the screenshot)</a:t>
            </a:r>
            <a:endParaRPr/>
          </a:p>
          <a:p>
            <a:pPr indent="-311150" lvl="0" marL="457200" rtl="0" algn="l">
              <a:spcBef>
                <a:spcPts val="0"/>
              </a:spcBef>
              <a:spcAft>
                <a:spcPts val="0"/>
              </a:spcAft>
              <a:buSzPts val="1300"/>
              <a:buChar char="●"/>
            </a:pPr>
            <a:r>
              <a:rPr lang="en"/>
              <a:t>Screen recordings, now the map is constantly changing</a:t>
            </a:r>
            <a:endParaRPr/>
          </a:p>
          <a:p>
            <a:pPr indent="-311150" lvl="0" marL="457200" rtl="0" algn="l">
              <a:spcBef>
                <a:spcPts val="0"/>
              </a:spcBef>
              <a:spcAft>
                <a:spcPts val="0"/>
              </a:spcAft>
              <a:buSzPts val="1300"/>
              <a:buChar char="●"/>
            </a:pPr>
            <a:r>
              <a:rPr lang="en"/>
              <a:t>concepts are secondary and only build off of the base game idea since it is so versatile</a:t>
            </a:r>
            <a:endParaRPr/>
          </a:p>
          <a:p>
            <a:pPr indent="0" lvl="0" marL="0" rtl="0" algn="l">
              <a:spcBef>
                <a:spcPts val="1200"/>
              </a:spcBef>
              <a:spcAft>
                <a:spcPts val="1200"/>
              </a:spcAft>
              <a:buNone/>
            </a:pPr>
            <a:r>
              <a:t/>
            </a:r>
            <a:endParaRPr/>
          </a:p>
        </p:txBody>
      </p:sp>
      <p:pic>
        <p:nvPicPr>
          <p:cNvPr descr="Show me your best iron man meme or ..." id="164" name="Google Shape;164;p18"/>
          <p:cNvPicPr preferRelativeResize="0"/>
          <p:nvPr/>
        </p:nvPicPr>
        <p:blipFill>
          <a:blip r:embed="rId3">
            <a:alphaModFix/>
          </a:blip>
          <a:stretch>
            <a:fillRect/>
          </a:stretch>
        </p:blipFill>
        <p:spPr>
          <a:xfrm>
            <a:off x="6188200" y="538450"/>
            <a:ext cx="2136650" cy="1223000"/>
          </a:xfrm>
          <a:prstGeom prst="rect">
            <a:avLst/>
          </a:prstGeom>
          <a:noFill/>
          <a:ln>
            <a:noFill/>
          </a:ln>
        </p:spPr>
      </p:pic>
      <p:pic>
        <p:nvPicPr>
          <p:cNvPr descr="GIF - Jarvis Iron Man Jarvis Commands ..." id="165" name="Google Shape;165;p18"/>
          <p:cNvPicPr preferRelativeResize="0"/>
          <p:nvPr/>
        </p:nvPicPr>
        <p:blipFill>
          <a:blip r:embed="rId4">
            <a:alphaModFix/>
          </a:blip>
          <a:stretch>
            <a:fillRect/>
          </a:stretch>
        </p:blipFill>
        <p:spPr>
          <a:xfrm>
            <a:off x="7105827" y="1175975"/>
            <a:ext cx="1706700" cy="1063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example…</a:t>
            </a:r>
            <a:endParaRPr/>
          </a:p>
        </p:txBody>
      </p:sp>
      <p:sp>
        <p:nvSpPr>
          <p:cNvPr id="171" name="Google Shape;171;p1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Three friends sit in separate corners of a classroom. The teacher is lecturing the most boring topic imaginable, and students are taking notes on google docs. With just a glance, the three know what to do. All three students open the app on their computer while one screenshots their google docs page and starts a lobby in the game.</a:t>
            </a:r>
            <a:endParaRPr/>
          </a:p>
        </p:txBody>
      </p:sp>
      <p:pic>
        <p:nvPicPr>
          <p:cNvPr id="172" name="Google Shape;172;p19" title="Screenshot 2026-01-12 at 02.02.11.png"/>
          <p:cNvPicPr preferRelativeResize="0"/>
          <p:nvPr/>
        </p:nvPicPr>
        <p:blipFill>
          <a:blip r:embed="rId3">
            <a:alphaModFix/>
          </a:blip>
          <a:stretch>
            <a:fillRect/>
          </a:stretch>
        </p:blipFill>
        <p:spPr>
          <a:xfrm>
            <a:off x="5897050" y="372750"/>
            <a:ext cx="2158899" cy="1583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example…</a:t>
            </a:r>
            <a:endParaRPr/>
          </a:p>
        </p:txBody>
      </p:sp>
      <p:sp>
        <p:nvSpPr>
          <p:cNvPr id="178" name="Google Shape;178;p2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While the AI identifies structures, items, and characters, the friends vote on the settings of the game and decide to allow premade characters, game pausing, and all other features available. The map loads in, and the friends each customize different items around the map, adding health boosts, making walls sticky, and placing trampolines. One player chooses to load in their self-proclaimed unbeatable saved character, the canvas logo, while another creates one out of the google docs logo, and the final player lets an AI generate the stats and properties on their character that is their profile picture.</a:t>
            </a:r>
            <a:endParaRPr/>
          </a:p>
        </p:txBody>
      </p:sp>
      <p:pic>
        <p:nvPicPr>
          <p:cNvPr id="179" name="Google Shape;179;p20" title="Screenshot 2026-01-12 at 02.03.05.png"/>
          <p:cNvPicPr preferRelativeResize="0"/>
          <p:nvPr/>
        </p:nvPicPr>
        <p:blipFill>
          <a:blip r:embed="rId3">
            <a:alphaModFix/>
          </a:blip>
          <a:stretch>
            <a:fillRect/>
          </a:stretch>
        </p:blipFill>
        <p:spPr>
          <a:xfrm>
            <a:off x="5486025" y="432100"/>
            <a:ext cx="2545423" cy="14318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example…</a:t>
            </a:r>
            <a:endParaRPr/>
          </a:p>
        </p:txBody>
      </p:sp>
      <p:sp>
        <p:nvSpPr>
          <p:cNvPr id="185" name="Google Shape;185;p2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game starts, and assignments, fonts, and teleportation portals are flying everywhere, while the google docs page slowly starts crumbling, complicating the terrain. Inevitably, the teacher starts walking around the classroom. Thankfully the friends all linked their in-game return buttons to the tab they were supposed to be working on, and after the teacher continued their lecture, completely unsuspecting of foul play, the game continued.</a:t>
            </a:r>
            <a:endParaRPr/>
          </a:p>
        </p:txBody>
      </p:sp>
      <p:pic>
        <p:nvPicPr>
          <p:cNvPr descr="Among us memes (@amongussus) • Facebook" id="186" name="Google Shape;186;p21"/>
          <p:cNvPicPr preferRelativeResize="0"/>
          <p:nvPr/>
        </p:nvPicPr>
        <p:blipFill>
          <a:blip r:embed="rId3">
            <a:alphaModFix/>
          </a:blip>
          <a:stretch>
            <a:fillRect/>
          </a:stretch>
        </p:blipFill>
        <p:spPr>
          <a:xfrm>
            <a:off x="6153450" y="474550"/>
            <a:ext cx="1450475" cy="14504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